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Selamat Datang di docconv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Presentasi otomatisasi dokumen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Keunggulan Sistem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Cepat dan ringan</a:t>
            </a:r>
          </a:p>
          <a:p>
            <a:r>
              <a:t>100% lokal dan offline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Uji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